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5276"/>
                </a:solidFill>
                <a:latin typeface="Arial"/>
              </a:defRPr>
            </a:pPr>
            <a:r>
              <a:t>3.1. Giai đoạn lập kế hoạch – Khảo sát yêu cầu (Tài khoản &amp; Người dùng)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5212080"/>
          </a:xfrm>
          <a:prstGeom prst="roundRect">
            <a:avLst/>
          </a:prstGeom>
          <a:solidFill>
            <a:srgbClr val="D9531E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Viết</a:t>
            </a:r>
            <a:br/>
            <a:r>
              <a:t>yêu</a:t>
            </a:r>
            <a:br/>
            <a:r>
              <a:t>cầu</a:t>
            </a:r>
            <a:br/>
            <a:r>
              <a:t>một</a:t>
            </a:r>
            <a:br/>
            <a:r>
              <a:t>cách</a:t>
            </a:r>
            <a:br/>
            <a:r>
              <a:t>rõ</a:t>
            </a:r>
            <a:br/>
            <a:r>
              <a:t>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0" y="1188720"/>
          <a:ext cx="9235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2103120"/>
                <a:gridCol w="822960"/>
                <a:gridCol w="2194560"/>
                <a:gridCol w="1005840"/>
                <a:gridCol w="914400"/>
              </a:tblGrid>
              <a:tr h="10424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Tên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Mô tả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Ưu tiên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nghiệm thu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Tình trạng thực hiện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Link mẫu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Đăng ký tài khoản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Người dùng có thể đăng ký tài khoản mới bằng Email và mật khẩu bảo mật.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Nhập đúng thông tin tạo tài khoản thành công; trùng email hoặc sai định dạng hiển thị thông báo lỗi.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chivalry-warehouse.com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Đăng nhập / Đăng xuất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Người dùng đăng nhập bằng Email/Password, có ghi nhớ đăng nhập và đăng xuất an toàn.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Đăng nhập đúng vào trang cá nhân; sai mật khẩu báo lỗi; đăng xuất hủy session an toàn.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representclo.com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Sổ địa chỉ giao hàng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Người dùng quản lý nhiều địa chỉ nhận hàng (thêm, sửa, xóa, đặt địa chỉ mặc định).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Dữ liệu địa chỉ lưu vào tài khoản; tự động điền địa chỉ mặc định khi đặt hàng.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culturekings.com.au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Lịch sử đơn hàng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Người dùng theo dõi danh sách đơn hàng đã mua và tiến trình trạng thái chi tiết.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Hiển thị mã đơn DHxxxx, danh sách sản phẩm, giá tiền, ngày đặt và timeline trạng thái.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representclo.com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5276"/>
                </a:solidFill>
                <a:latin typeface="Arial"/>
              </a:defRPr>
            </a:pPr>
            <a:r>
              <a:t>3.1. Giai đoạn lập kế hoạch – Khảo sát yêu cầu (Sản phẩm &amp; Tìm kiếm)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5212080"/>
          </a:xfrm>
          <a:prstGeom prst="roundRect">
            <a:avLst/>
          </a:prstGeom>
          <a:solidFill>
            <a:srgbClr val="D9531E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Viết</a:t>
            </a:r>
            <a:br/>
            <a:r>
              <a:t>yêu</a:t>
            </a:r>
            <a:br/>
            <a:r>
              <a:t>cầu</a:t>
            </a:r>
            <a:br/>
            <a:r>
              <a:t>một</a:t>
            </a:r>
            <a:br/>
            <a:r>
              <a:t>cách</a:t>
            </a:r>
            <a:br/>
            <a:r>
              <a:t>rõ</a:t>
            </a:r>
            <a:br/>
            <a:r>
              <a:t>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0" y="1188720"/>
          <a:ext cx="9235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2103120"/>
                <a:gridCol w="822960"/>
                <a:gridCol w="2194560"/>
                <a:gridCol w="1005840"/>
                <a:gridCol w="914400"/>
              </a:tblGrid>
              <a:tr h="10424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Tên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Mô tả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Ưu tiên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nghiệm thu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Tình trạng thực hiện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Link mẫu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Duyệt danh mục &amp; Bộ lọc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Phân loại sản phẩm (Áo, Quần, Phụ kiện, Sale) kèm bộ lọc theo giá, màu, size.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Lọc chính xác theo nhiều tiêu chí đồng thời; sắp xếp theo giá tăng/giảm, mới nhất.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chivalry-warehouse.com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Tìm kiếm thông minh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Tìm kiếm sản phẩm theo từ khóa tiếng Việt đa tầng (hỗ trợ cả có dấu và không dấu).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Gõ 'ao thun' hay 'áo thun' đều trả về kết quả đúng; có popup gợi ý sản phẩm.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culturekings.com.au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Chi tiết &amp; Biến thể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Trang chi tiết sản phẩm hiển thị gallery ảnh, bảng chọn size/màu và tồn kho tương ứng.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Đổi màu/size tự động cập nhật mã SKU, giá bán và cảnh báo còn/hết hàng tức thì.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representclo.com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Danh sách yêu thích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Khách hàng có thể lưu các sản phẩm yêu thích (Wishlist) vào tài khoản cá nhân.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Bấm icon trái tim thêm/xóa nhanh bằng AJAX mà không cần tải lại trang.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chivalry-warehouse.com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5276"/>
                </a:solidFill>
                <a:latin typeface="Arial"/>
              </a:defRPr>
            </a:pPr>
            <a:r>
              <a:t>3.1. Giai đoạn lập kế hoạch – Khảo sát yêu cầu (Giỏ hàng &amp; Thanh toán)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5212080"/>
          </a:xfrm>
          <a:prstGeom prst="roundRect">
            <a:avLst/>
          </a:prstGeom>
          <a:solidFill>
            <a:srgbClr val="D9531E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Viết</a:t>
            </a:r>
            <a:br/>
            <a:r>
              <a:t>yêu</a:t>
            </a:r>
            <a:br/>
            <a:r>
              <a:t>cầu</a:t>
            </a:r>
            <a:br/>
            <a:r>
              <a:t>một</a:t>
            </a:r>
            <a:br/>
            <a:r>
              <a:t>cách</a:t>
            </a:r>
            <a:br/>
            <a:r>
              <a:t>rõ</a:t>
            </a:r>
            <a:br/>
            <a:r>
              <a:t>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0" y="1188720"/>
          <a:ext cx="9235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2103120"/>
                <a:gridCol w="822960"/>
                <a:gridCol w="2194560"/>
                <a:gridCol w="1005840"/>
                <a:gridCol w="914400"/>
              </a:tblGrid>
              <a:tr h="10424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Tên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Mô tả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Ưu tiên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nghiệm thu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Tình trạng thực hiện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Link mẫu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Giỏ hàng &amp; Mini Cart Drawer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Thêm sản phẩm vào giỏ, xem nhanh qua ngăn kéo trượt ra từ bên phải màn hình.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Mini cart trượt mượt mà; tăng giảm số lượng, xóa item và cập nhật tổng tiền realtime.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culturekings.com.au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Mã giảm giá &amp; Freeship bar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Áp dụng coupon khuyến mãi và hiển thị thanh tiến trình đạt ngưỡng miễn phí ship.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Nhập mã hợp lệ tự trừ tiền; đơn hàng đạt từ 500,000đ tự động miễn phí vận chuyển.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culturekings.com.au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Thanh toán quét mã VietQR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Tự động sinh mã VietQR động theo chuẩn Napas247 cho bất kỳ ngân hàng nào.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Mã QR chứa đúng số tiền, STK và nội dung DHxxxx; có nút 1-click copy nhanh.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VietQR / chivalry-warehouse.com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Upload biên lai đối soát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Khách hàng tải lên ảnh chụp màn hình chuyển khoản sau khi quét mã QR.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Tải được ảnh JPG/PNG; tự động cập nhật trạng thái đơn sang 'Đã xác nhận'.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Urban Threads Custom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5276"/>
                </a:solidFill>
                <a:latin typeface="Arial"/>
              </a:defRPr>
            </a:pPr>
            <a:r>
              <a:t>3.1. Giai đoạn lập kế hoạch – Khảo sát yêu cầu (Quản trị Admin Dashboard)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5212080"/>
          </a:xfrm>
          <a:prstGeom prst="roundRect">
            <a:avLst/>
          </a:prstGeom>
          <a:solidFill>
            <a:srgbClr val="D9531E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Viết</a:t>
            </a:r>
            <a:br/>
            <a:r>
              <a:t>yêu</a:t>
            </a:r>
            <a:br/>
            <a:r>
              <a:t>cầu</a:t>
            </a:r>
            <a:br/>
            <a:r>
              <a:t>một</a:t>
            </a:r>
            <a:br/>
            <a:r>
              <a:t>cách</a:t>
            </a:r>
            <a:br/>
            <a:r>
              <a:t>rõ</a:t>
            </a:r>
            <a:br/>
            <a:r>
              <a:t>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0" y="1188720"/>
          <a:ext cx="9235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2103120"/>
                <a:gridCol w="822960"/>
                <a:gridCol w="2194560"/>
                <a:gridCol w="1005840"/>
                <a:gridCol w="914400"/>
              </a:tblGrid>
              <a:tr h="10424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Tên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Mô tả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Ưu tiên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nghiệm thu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Tình trạng thực hiện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Link mẫu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Quản lý sản phẩm &amp; Kho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Admin thêm, sửa, xóa sản phẩm, danh mục, gallery ảnh và quản lý tồn kho biến thể.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Dữ liệu lưu chuẩn CSDL; có thumbnail ảnh trực quan; kiểm soát tồn kho từng size/màu.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Django Admin / representclo.com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Quản lý đơn hàng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Theo dõi vòng đời đơn hàng qua 7 trạng thái, lọc theo thời gian và bulk update.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Cập nhật trạng thái chuẩn xác; tự động trừ tồn kho khi đơn hàng được xác nhận.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Django 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Duyệt thanh toán 1-click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Admin kiểm tra ảnh biên lai do khách gửi và duyệt thanh toán trực tiếp tại bảng đơn.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Xem trước ảnh bill phóng to; bấm 1 nút xác nhận tiền về và chuyển đơn sang đóng gói.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Urban Threads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FR-16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Quản lý khuyến mãi &amp; Banner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Tạo mã coupon (% hoặc số tiền), giới hạn số lượt dùng và quản lý banner trang chủ.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Mã hết hạn hoặc hết lượt sẽ tự động từ chối; banner cập nhật đúng thứ tự hiển thị.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culturekings.com.au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5276"/>
                </a:solidFill>
                <a:latin typeface="Arial"/>
              </a:defRPr>
            </a:pPr>
            <a:r>
              <a:t>3.1. Giai đoạn lập kế hoạch – Khảo sát yêu cầu (Yêu cầu Phi chức năng - NFR)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5212080"/>
          </a:xfrm>
          <a:prstGeom prst="roundRect">
            <a:avLst/>
          </a:prstGeom>
          <a:solidFill>
            <a:srgbClr val="D9531E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Viết</a:t>
            </a:r>
            <a:br/>
            <a:r>
              <a:t>yêu</a:t>
            </a:r>
            <a:br/>
            <a:r>
              <a:t>cầu</a:t>
            </a:r>
            <a:br/>
            <a:r>
              <a:t>một</a:t>
            </a:r>
            <a:br/>
            <a:r>
              <a:t>cách</a:t>
            </a:r>
            <a:br/>
            <a:r>
              <a:t>rõ</a:t>
            </a:r>
            <a:br/>
            <a:r>
              <a:t>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0" y="1188720"/>
          <a:ext cx="9235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2103120"/>
                <a:gridCol w="822960"/>
                <a:gridCol w="2194560"/>
                <a:gridCol w="1005840"/>
                <a:gridCol w="914400"/>
              </a:tblGrid>
              <a:tr h="10424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Tên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Mô tả Yêu cầu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Ưu tiên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nghiệm thu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Tình trạng thực hiện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Link mẫu</a:t>
                      </a:r>
                    </a:p>
                  </a:txBody>
                  <a:tcPr>
                    <a:solidFill>
                      <a:srgbClr val="D9531E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Hiệu năng tải trang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Trang chủ, danh mục và chi tiết sản phẩm phản hồi nhanh trong thời gian chấp nhận được.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Thời gian phản hồi trang dưới 2 giây với kết nối thông thường; tối ưu query 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Google Lighthouse / chivalry-warehouse.com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NFR-02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Bảo mật hệ thống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Bảo vệ thông tin người dùng, an toàn giao dịch và ngăn chặn các lỗ hổng phổ biến.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Bảo vệ CSRF token cho mọi form, chống XSS, SQL Injection và mã hóa mật khẩu.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Django Security 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Thiết kế Responsive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Giao diện hiển thị tối ưu trên mọi thiết bị: Điện thoại, Máy tính bảng và Laptop.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Layout co giãn tự động theo Tailwind CSS; menu mobile và cart drawer mượt mà.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representclo.com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NFR-04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Linh hoạt cấu hình QR Bank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Hệ thống hỗ trợ cấu hình chuyển đổi sang bất kỳ tài khoản ngân hàng nào tại Việt Nam.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Đổi BANK_ID trong .env (VCB, TCB, MB, ACB...) hệ thống tự nhận diện tên ngân hàng.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Đã hoàn thành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VietQR Standard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